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9" r:id="rId3"/>
    <p:sldId id="257" r:id="rId4"/>
    <p:sldId id="260" r:id="rId5"/>
    <p:sldId id="261" r:id="rId6"/>
    <p:sldId id="262" r:id="rId7"/>
    <p:sldId id="264" r:id="rId8"/>
    <p:sldId id="268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F3DDA-66FB-40EE-9C48-C300DD57AA47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0D4C2-F0D6-46BF-AA1C-3B3F087BB6D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267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CF34F-5FAB-B89C-5D60-265B6371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E9DF1A1-9DEB-1ECA-C51E-BCF61BD77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9259AED-9B63-EA6F-0898-E19FA6B16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389C79-DC8D-A5D8-22A0-301A59C43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14720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35483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CB2D-951E-B2D6-2D7F-5885AA8E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0AA3B3E-0294-45D6-994D-2D9A63CA0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B1667C5-42CD-C4D8-9E12-A1598EE58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62921A-46B2-4975-327F-F3EC5F353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02045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D68F-6B57-0606-8E28-A8670155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601B644-78F7-8572-D00C-3F097A507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6C381C3-F1EF-427C-0A9C-3D576FDD6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A6DB66-3046-EF21-55E0-8332A7421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88476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DD09-8FB9-48D8-97B4-685EF3A8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6B64072-A648-BA4F-C6C4-51328807C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0F6488B-CE74-FB85-57A1-13912633A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82B1F4-213B-A0CA-D8D7-4370AD373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47111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141E-9694-B483-7663-EEEE29D4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3844C5E-1BC6-A11A-CCC4-794DD18CC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67E1A07-03C0-777E-A020-41ECD99E6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07CF96-D88C-F339-8C2E-AE04517DC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93616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898B-221C-81AA-D370-D7A4850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F5DA09-218A-577D-EFC3-52B18F5D5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FD3B05-04FD-6C23-8005-52C94D1B2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3AE436-D585-1341-1E6F-FA3803DEA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11841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2225-EF29-6C49-5AF6-303B16126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0F9BFF-8B4A-6484-3EAB-0D35F6F41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B93995-19ED-CDEC-ACD7-71C07ADA7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173C53-A886-7316-8612-1C79E90B7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5912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A7F78-EEE9-00E7-0E54-3B579419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719E91-9CFF-FB37-FCD5-A11422F9E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72DA744-F99A-E1D3-4534-1365E468D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A76534-77CA-7F0C-8264-C4B3303D1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97525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EA2E-83E6-7F6C-C244-2A68B1C5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38E1AB-9AD4-F3C6-0CCD-D968F4AC6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04483B-4B8E-4BED-50A1-05C92A159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A1E58D-93A6-300A-B248-CAC97585F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0D4C2-F0D6-46BF-AA1C-3B3F087BB6D7}" type="slidenum">
              <a:rPr lang="zh-HK" altLang="en-US" smtClean="0"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5905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7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28758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0286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989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5546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8917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51865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72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1978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4638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6755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1730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61244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1920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35693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63904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6558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75023E4-2E29-41FF-80F6-AE8954746928}" type="datetimeFigureOut">
              <a:rPr lang="zh-HK" altLang="en-US" smtClean="0"/>
              <a:t>14/4/2025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D5D8431-F3F4-4851-8521-FF5994C8D4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15260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F87550-3AE8-9826-2A5D-78CD18BF9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8050"/>
          </a:xfrm>
        </p:spPr>
        <p:txBody>
          <a:bodyPr/>
          <a:lstStyle/>
          <a:p>
            <a:r>
              <a:rPr lang="zh-CN" altLang="en-US" dirty="0"/>
              <a:t>用户</a:t>
            </a:r>
            <a:r>
              <a:rPr lang="zh-TW" altLang="en-US" dirty="0"/>
              <a:t>登錄博客系統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62A70B-121C-0A25-8F83-3762F8637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89068"/>
            <a:ext cx="9144000" cy="2968732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成員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陳偉略</a:t>
            </a:r>
            <a:r>
              <a:rPr lang="en-US" altLang="zh-TW" dirty="0">
                <a:solidFill>
                  <a:schemeClr val="tx1"/>
                </a:solidFill>
              </a:rPr>
              <a:t>		Chan Wai Leuk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黃俊豪</a:t>
            </a:r>
            <a:r>
              <a:rPr lang="en-US" altLang="zh-TW" dirty="0">
                <a:solidFill>
                  <a:schemeClr val="tx1"/>
                </a:solidFill>
              </a:rPr>
              <a:t>		Wong Chun Ho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黃偉彬</a:t>
            </a:r>
            <a:r>
              <a:rPr lang="en-US" altLang="zh-TW" dirty="0">
                <a:solidFill>
                  <a:schemeClr val="tx1"/>
                </a:solidFill>
              </a:rPr>
              <a:t>		Huang </a:t>
            </a:r>
            <a:r>
              <a:rPr lang="en-US" altLang="zh-TW" dirty="0" err="1">
                <a:solidFill>
                  <a:schemeClr val="tx1"/>
                </a:solidFill>
              </a:rPr>
              <a:t>Weibin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黃帆</a:t>
            </a:r>
            <a:r>
              <a:rPr lang="en-US" altLang="zh-TW" dirty="0">
                <a:solidFill>
                  <a:schemeClr val="tx1"/>
                </a:solidFill>
              </a:rPr>
              <a:t>		Huang Fan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359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648F-E38C-A368-84AE-07A2B2B7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9AD40D-51DB-27BD-F9B5-A8276058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用戶登入</a:t>
            </a:r>
            <a:endParaRPr lang="zh-HK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A5BF06D-74F4-8D59-D632-444ADF8AE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93" y="1153739"/>
            <a:ext cx="9054813" cy="536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6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E99964-E839-A0D6-4EAC-04418EB1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/>
              <a:t>用戶註冊</a:t>
            </a:r>
            <a:endParaRPr lang="zh-HK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AD73988-81AD-B4BA-3D38-4CBEF89FB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847" y="1153739"/>
            <a:ext cx="8852305" cy="524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0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DFC0-7FD3-1772-1D5E-D95A0C466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BB83B-EB1F-9CB5-D0BE-0BA5890A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博客主畫面 </a:t>
            </a:r>
            <a:r>
              <a:rPr lang="en-US" altLang="zh-TW" dirty="0"/>
              <a:t>(</a:t>
            </a:r>
            <a:r>
              <a:rPr lang="zh-TW" altLang="en-US" dirty="0"/>
              <a:t>檢視全部</a:t>
            </a:r>
            <a:r>
              <a:rPr lang="en-US" altLang="zh-TW" dirty="0"/>
              <a:t>)</a:t>
            </a:r>
            <a:endParaRPr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2F5127-FD3E-D6A3-FAA7-90D40BB61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822" y="1153739"/>
            <a:ext cx="9224355" cy="542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2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46F3-1A0F-35BF-F1A6-5E824C2A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50EA89-E6AA-49C2-48AD-C743C458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博客主畫面 </a:t>
            </a:r>
            <a:r>
              <a:rPr lang="en-US" altLang="zh-TW" dirty="0"/>
              <a:t>(</a:t>
            </a:r>
            <a:r>
              <a:rPr lang="zh-TW" altLang="en-US" dirty="0"/>
              <a:t>檢視全部</a:t>
            </a:r>
            <a:r>
              <a:rPr lang="en-US" altLang="zh-TW" dirty="0"/>
              <a:t>)</a:t>
            </a:r>
            <a:endParaRPr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FC721B-95FF-725D-E751-3ED516757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836" y="1153739"/>
            <a:ext cx="9248328" cy="549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1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3DA43-53D6-36CA-B435-E2D35D83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9575F-653D-2051-8BE6-561E879B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博客主畫面 </a:t>
            </a:r>
            <a:r>
              <a:rPr lang="en-US" altLang="zh-TW" dirty="0"/>
              <a:t>(</a:t>
            </a:r>
            <a:r>
              <a:rPr lang="zh-TW" altLang="en-US" dirty="0"/>
              <a:t>檢視全部</a:t>
            </a:r>
            <a:r>
              <a:rPr lang="en-US" altLang="zh-TW" dirty="0"/>
              <a:t>)</a:t>
            </a:r>
            <a:endParaRPr lang="zh-HK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9F9381B-5E45-5B09-8EE1-9AA85BEFE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35" y="1294758"/>
            <a:ext cx="5582206" cy="322288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C868BC7-00EB-56B1-DAA5-016FAB288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59" y="1294758"/>
            <a:ext cx="5990059" cy="491866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D283C60-05B2-74DF-5C43-AB55F080D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094" y="5085340"/>
            <a:ext cx="1314518" cy="33021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DAB3034-4EF6-586F-03A8-7F59DF023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208" y="5492065"/>
            <a:ext cx="2286117" cy="46357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CBD49A6-41F5-6E03-52BB-0F8C72DDDA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3208" y="6032147"/>
            <a:ext cx="2159111" cy="44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4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C8A5F-FA25-00C6-3648-A54133D0C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81DF51-9EA9-815A-B6C4-2B301E60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博客主畫面 </a:t>
            </a:r>
            <a:r>
              <a:rPr lang="en-US" altLang="zh-TW" dirty="0"/>
              <a:t>(</a:t>
            </a:r>
            <a:r>
              <a:rPr lang="zh-TW" altLang="en-US" dirty="0"/>
              <a:t>檢視單一</a:t>
            </a:r>
            <a:r>
              <a:rPr lang="en-US" altLang="zh-TW" dirty="0"/>
              <a:t>)</a:t>
            </a:r>
            <a:endParaRPr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8FEDF6E-947D-E3CF-F542-42E9E395E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86" y="1502009"/>
            <a:ext cx="5852486" cy="385398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1FAE634-FC87-94F2-DBC6-F3784C45C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57" y="2573368"/>
            <a:ext cx="5905643" cy="13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4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09570-5763-B780-C8BC-371DD43EA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BF3714-FA31-A69A-036B-CE6B7414A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博客主畫面 </a:t>
            </a:r>
            <a:r>
              <a:rPr lang="en-US" altLang="zh-TW" dirty="0"/>
              <a:t>(</a:t>
            </a:r>
            <a:r>
              <a:rPr lang="zh-TW" altLang="en-US" dirty="0"/>
              <a:t>創建</a:t>
            </a:r>
            <a:r>
              <a:rPr lang="en-US" altLang="zh-TW" dirty="0"/>
              <a:t>)</a:t>
            </a:r>
            <a:endParaRPr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DAEB61-6BA7-675C-FCF4-9748A41C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2" y="1320560"/>
            <a:ext cx="5723872" cy="199091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15B949F-1226-FF83-932D-0740CBEE2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20560"/>
            <a:ext cx="5926161" cy="291416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3D1C311-0E18-A1CC-BB97-ABA89A3E4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8148" y="4361474"/>
            <a:ext cx="6382312" cy="2351932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F1366CF0-30A0-6D09-1F4A-0C29E61957A6}"/>
              </a:ext>
            </a:extLst>
          </p:cNvPr>
          <p:cNvSpPr/>
          <p:nvPr/>
        </p:nvSpPr>
        <p:spPr>
          <a:xfrm>
            <a:off x="5538866" y="2420911"/>
            <a:ext cx="1116767" cy="427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082C4445-9ADD-29D4-CBB0-2F131D027940}"/>
              </a:ext>
            </a:extLst>
          </p:cNvPr>
          <p:cNvSpPr/>
          <p:nvPr/>
        </p:nvSpPr>
        <p:spPr>
          <a:xfrm>
            <a:off x="7118819" y="3961292"/>
            <a:ext cx="423447" cy="8003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85166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D059-2AAF-9BF2-B54A-87849A94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A0BC34-B23B-B8B5-D023-7EC61F9C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博客主畫面 </a:t>
            </a:r>
            <a:r>
              <a:rPr lang="en-US" altLang="zh-TW" dirty="0"/>
              <a:t>(</a:t>
            </a:r>
            <a:r>
              <a:rPr lang="zh-TW" altLang="en-US" dirty="0"/>
              <a:t>編輯</a:t>
            </a:r>
            <a:r>
              <a:rPr lang="en-US" altLang="zh-TW" dirty="0"/>
              <a:t>)</a:t>
            </a:r>
            <a:endParaRPr lang="zh-HK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538F671-37C1-4D64-394B-4831791C6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067" y="2005205"/>
            <a:ext cx="2609984" cy="184794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1092B61-DA92-5288-C564-7445FDAEF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890" y="1406518"/>
            <a:ext cx="6243995" cy="304531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8A00AD3-BF41-2114-104E-4623DD3FF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131" y="4818459"/>
            <a:ext cx="2311519" cy="1778091"/>
          </a:xfrm>
          <a:prstGeom prst="rect">
            <a:avLst/>
          </a:prstGeom>
        </p:spPr>
      </p:pic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4420B8F4-E641-DA2F-59AD-C0BA838CA5A2}"/>
              </a:ext>
            </a:extLst>
          </p:cNvPr>
          <p:cNvSpPr/>
          <p:nvPr/>
        </p:nvSpPr>
        <p:spPr>
          <a:xfrm>
            <a:off x="4604588" y="2677028"/>
            <a:ext cx="1329806" cy="5939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" name="箭號: 向下 15">
            <a:extLst>
              <a:ext uri="{FF2B5EF4-FFF2-40B4-BE49-F238E27FC236}">
                <a16:creationId xmlns:a16="http://schemas.microsoft.com/office/drawing/2014/main" id="{5E554596-A574-9A03-17AE-82E346DD8DAC}"/>
              </a:ext>
            </a:extLst>
          </p:cNvPr>
          <p:cNvSpPr/>
          <p:nvPr/>
        </p:nvSpPr>
        <p:spPr>
          <a:xfrm>
            <a:off x="6096000" y="4246744"/>
            <a:ext cx="452086" cy="9696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8275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6146-3923-8FA3-E92B-999B4E73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5EAFBB-AC53-1FA4-2E8C-ED0BAA7B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博客主畫面 </a:t>
            </a:r>
            <a:r>
              <a:rPr lang="en-US" altLang="zh-TW" dirty="0"/>
              <a:t>(</a:t>
            </a:r>
            <a:r>
              <a:rPr lang="zh-TW" altLang="en-US" dirty="0"/>
              <a:t>刪除</a:t>
            </a:r>
            <a:r>
              <a:rPr lang="en-US" altLang="zh-TW" dirty="0"/>
              <a:t>)</a:t>
            </a:r>
            <a:endParaRPr lang="zh-HK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01024D7-C061-FDB9-1E9C-2D7FAFE7F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44" y="2357130"/>
            <a:ext cx="5774873" cy="21437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D25F460-681B-82BC-D746-37740F556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65956"/>
            <a:ext cx="5774873" cy="192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25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F1E3-1072-750B-BF65-8611DAB3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1DD85-8FCB-D91C-01D0-DAB87CAD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1172"/>
            <a:ext cx="8534400" cy="742567"/>
          </a:xfrm>
        </p:spPr>
        <p:txBody>
          <a:bodyPr/>
          <a:lstStyle/>
          <a:p>
            <a:r>
              <a:rPr lang="zh-TW" altLang="en-US" dirty="0"/>
              <a:t>用戶登出</a:t>
            </a:r>
            <a:endParaRPr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7644784-A03A-6098-935D-253A7F3C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94" y="1609631"/>
            <a:ext cx="10941612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15670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95</TotalTime>
  <Words>102</Words>
  <Application>Microsoft Office PowerPoint</Application>
  <PresentationFormat>寬螢幕</PresentationFormat>
  <Paragraphs>26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Aptos</vt:lpstr>
      <vt:lpstr>Century Gothic</vt:lpstr>
      <vt:lpstr>Wingdings 3</vt:lpstr>
      <vt:lpstr>切割線</vt:lpstr>
      <vt:lpstr>用户登錄博客系統</vt:lpstr>
      <vt:lpstr>用戶登入</vt:lpstr>
      <vt:lpstr>用戶註冊</vt:lpstr>
      <vt:lpstr>博客主畫面 (檢視全部)</vt:lpstr>
      <vt:lpstr>博客主畫面 (檢視全部)</vt:lpstr>
      <vt:lpstr>博客主畫面 (檢視全部)</vt:lpstr>
      <vt:lpstr>博客主畫面 (檢視單一)</vt:lpstr>
      <vt:lpstr>博客主畫面 (創建)</vt:lpstr>
      <vt:lpstr>博客主畫面 (編輯)</vt:lpstr>
      <vt:lpstr>博客主畫面 (刪除)</vt:lpstr>
      <vt:lpstr>用戶登出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L26</dc:creator>
  <cp:lastModifiedBy>L26</cp:lastModifiedBy>
  <cp:revision>5</cp:revision>
  <dcterms:created xsi:type="dcterms:W3CDTF">2025-04-14T01:33:53Z</dcterms:created>
  <dcterms:modified xsi:type="dcterms:W3CDTF">2025-04-14T03:09:52Z</dcterms:modified>
</cp:coreProperties>
</file>